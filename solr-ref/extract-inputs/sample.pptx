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One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 one bullet.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Two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two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Capture Title</dc:title>
  <dc:subject/>
  <dc:creator>Ada Example</dc:creator>
  <cp:keywords/>
  <dc:description>generated using python-pptx</dc:description>
  <cp:lastModifiedBy>Steve Canny</cp:lastModifiedBy>
  <cp:revision>1</cp:revision>
  <dcterms:created xsi:type="dcterms:W3CDTF">2024-03-14T09:26:05Z</dcterms:created>
  <dcterms:modified xsi:type="dcterms:W3CDTF">2024-03-14T09:26:05Z</dcterms:modified>
  <cp:category/>
</cp:coreProperties>
</file>